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E3D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E3D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Optimization Project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Storage Lens and Lifecycle Rules to improve storage efficiency and reduce cost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🪣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0876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 •  Cost Efficiency  •  Data Lifecycle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32F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Storage Usage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S3 Storage Lens to track how storage is being used across the bucket.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32F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37860" y="2331720"/>
            <a:ext cx="822960" cy="82296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Data Movement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lifecycle rules to automatically move older objects to a cheaper storage class.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32F3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8340" y="2331720"/>
            <a:ext cx="822960" cy="82296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6" name="Text 14"/>
          <p:cNvSpPr/>
          <p:nvPr/>
        </p:nvSpPr>
        <p:spPr>
          <a:xfrm>
            <a:off x="957834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340" dirty="0"/>
          </a:p>
        </p:txBody>
      </p:sp>
      <p:sp>
        <p:nvSpPr>
          <p:cNvPr id="17" name="Text 15"/>
          <p:cNvSpPr/>
          <p:nvPr/>
        </p:nvSpPr>
        <p:spPr>
          <a:xfrm>
            <a:off x="845820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Cost &amp; Efficiency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8862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storage spend while keeping data organized and easy to manage.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0828" y="23317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232F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5208" y="2606040"/>
            <a:ext cx="777240" cy="77724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6" name="Text 4"/>
          <p:cNvSpPr/>
          <p:nvPr/>
        </p:nvSpPr>
        <p:spPr>
          <a:xfrm>
            <a:off x="975208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🪣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312268" y="35021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2268" y="38679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s3-storage-optimization-2026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6556" y="2926080"/>
            <a:ext cx="64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75508" y="23317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232F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29888" y="2606040"/>
            <a:ext cx="777240" cy="77724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2" name="Text 10"/>
          <p:cNvSpPr/>
          <p:nvPr/>
        </p:nvSpPr>
        <p:spPr>
          <a:xfrm>
            <a:off x="4129888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3466948" y="35021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66948" y="38679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JSON, 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71236" y="2926080"/>
            <a:ext cx="64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30188" y="23317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232F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4568" y="2606040"/>
            <a:ext cx="777240" cy="77724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568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10" dirty="0"/>
          </a:p>
        </p:txBody>
      </p:sp>
      <p:sp>
        <p:nvSpPr>
          <p:cNvPr id="19" name="Text 17"/>
          <p:cNvSpPr/>
          <p:nvPr/>
        </p:nvSpPr>
        <p:spPr>
          <a:xfrm>
            <a:off x="6621628" y="35021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Lens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1628" y="38679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25916" y="2926080"/>
            <a:ext cx="649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84868" y="23317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232F3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439248" y="2606040"/>
            <a:ext cx="777240" cy="77724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39248" y="2606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10" dirty="0"/>
          </a:p>
        </p:txBody>
      </p:sp>
      <p:sp>
        <p:nvSpPr>
          <p:cNvPr id="25" name="Text 23"/>
          <p:cNvSpPr/>
          <p:nvPr/>
        </p:nvSpPr>
        <p:spPr>
          <a:xfrm>
            <a:off x="9776308" y="35021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76308" y="38679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Standard-IA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idea: store files in S3, watch usage with Storage Lens, and let a lifecycle rule automatically shift aging data to a lower-cost storage class.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Followed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implemented, start to finish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3429000"/>
            <a:ext cx="9235440" cy="0"/>
          </a:xfrm>
          <a:prstGeom prst="line">
            <a:avLst/>
          </a:prstGeom>
          <a:noFill/>
          <a:ln w="38100">
            <a:solidFill>
              <a:srgbClr val="D9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200400"/>
            <a:ext cx="457200" cy="45720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" y="20116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" y="2084832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S3 bucket to hold project files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463040" y="3063240"/>
            <a:ext cx="0" cy="36576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543300" y="3200400"/>
            <a:ext cx="457200" cy="45720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8892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8648" y="3913632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sample files (PDF, JSON, CSV)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71900" y="3429000"/>
            <a:ext cx="0" cy="41148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852160" y="3200400"/>
            <a:ext cx="457200" cy="45720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97780" y="20116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07508" y="2084832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the Storage Lens dashboard (Free Tier)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063240"/>
            <a:ext cx="0" cy="36576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61020" y="3200400"/>
            <a:ext cx="457200" cy="45720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10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16368" y="3913632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lifecycle rule (30 days → Standard-IA)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89620" y="3429000"/>
            <a:ext cx="0" cy="41148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469880" y="3200400"/>
            <a:ext cx="457200" cy="45720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15500" y="20116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825228" y="2084832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configuration and final objects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698480" y="3063240"/>
            <a:ext cx="0" cy="36576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used AWS Free Tier services — no infrastructure cost to complete this project.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Bucket &amp; Sample 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 and what was uploaded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232F3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🪣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Details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822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s3-storage-optimization-2026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East (N. Virginia)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BUCKETS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376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Objects — all Standard storage 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23160"/>
            <a:ext cx="7086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651760"/>
            <a:ext cx="548640" cy="548640"/>
          </a:xfrm>
          <a:prstGeom prst="ellipse">
            <a:avLst/>
          </a:prstGeom>
          <a:solidFill>
            <a:srgbClr val="F0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5532120" y="25877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college_project_report.pdf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9535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21240" y="2697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5EAD8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2697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3611880"/>
            <a:ext cx="7086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840480"/>
            <a:ext cx="548640" cy="548640"/>
          </a:xfrm>
          <a:prstGeom prst="ellipse">
            <a:avLst/>
          </a:prstGeom>
          <a:solidFill>
            <a:srgbClr val="F0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5532120" y="37764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project_metadata.json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41422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921240" y="38862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5EAD8"/>
          </a:solidFill>
          <a:ln/>
        </p:spPr>
      </p:sp>
      <p:sp>
        <p:nvSpPr>
          <p:cNvPr id="28" name="Text 26"/>
          <p:cNvSpPr/>
          <p:nvPr/>
        </p:nvSpPr>
        <p:spPr>
          <a:xfrm>
            <a:off x="9921240" y="3886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4800600"/>
            <a:ext cx="7086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5029200"/>
            <a:ext cx="548640" cy="548640"/>
          </a:xfrm>
          <a:prstGeom prst="ellipse">
            <a:avLst/>
          </a:prstGeom>
          <a:solidFill>
            <a:srgbClr val="F0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5532120" y="49651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storage_data.csv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53309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21240" y="5074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5EAD8"/>
          </a:solidFill>
          <a:ln/>
        </p:spPr>
      </p:sp>
      <p:sp>
        <p:nvSpPr>
          <p:cNvPr id="35" name="Text 33"/>
          <p:cNvSpPr/>
          <p:nvPr/>
        </p:nvSpPr>
        <p:spPr>
          <a:xfrm>
            <a:off x="9921240" y="5074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Lens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storage usage and activity trends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Storage Lens?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Lens gives organization-wide visibility into how S3 storage is used, so teams can spot trends and optimize costs.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default-account-dashboard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4617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Enabled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storage-optimization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Enabled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74920" y="1874520"/>
            <a:ext cx="502920" cy="50292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5760720" y="18562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760720" y="22037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“storage-optimization” dashboard set up for this bucket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862072"/>
            <a:ext cx="502920" cy="50292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5760720" y="284378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Enabled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760720" y="319125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live and actively tracking metrics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3849624"/>
            <a:ext cx="502920" cy="50292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5760720" y="38313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Entire bucket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760720" y="41788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objects within the S3 bucket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4837176"/>
            <a:ext cx="502920" cy="50292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837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5760720" y="48188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export: Disabled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760720" y="5166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 Free Tier — no extra cost incurred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5870448"/>
            <a:ext cx="6583680" cy="502920"/>
          </a:xfrm>
          <a:prstGeom prst="roundRect">
            <a:avLst>
              <a:gd name="adj" fmla="val 18182"/>
            </a:avLst>
          </a:prstGeom>
          <a:solidFill>
            <a:srgbClr val="FDECD2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587044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 Metrics can take up to 48 hours to appear after setup.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Rule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moving older data to cheaper storage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storage-optimization-rule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current versions → Standard-IA after 30 days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0" y="2057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5EAD8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Enabled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264408"/>
            <a:ext cx="502920" cy="50292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49808" y="388620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414223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storage-optimization-rule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83280" y="30632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4448" y="3264408"/>
            <a:ext cx="502920" cy="50292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3584448" y="388620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84448" y="414223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bucket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3264408"/>
            <a:ext cx="502920" cy="50292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6419088" y="388620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19088" y="414223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Standard-IA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52560" y="30632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232F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53728" y="3264408"/>
            <a:ext cx="502920" cy="502920"/>
          </a:xfrm>
          <a:prstGeom prst="ellipse">
            <a:avLst/>
          </a:prstGeom>
          <a:solidFill>
            <a:srgbClr val="FDECD2"/>
          </a:solidFill>
          <a:ln/>
        </p:spPr>
      </p:sp>
      <p:sp>
        <p:nvSpPr>
          <p:cNvPr id="28" name="Text 26"/>
          <p:cNvSpPr/>
          <p:nvPr/>
        </p:nvSpPr>
        <p:spPr>
          <a:xfrm>
            <a:off x="9253728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9253728" y="388620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53728" y="414223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after creation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any file older than 30 days automatically moves from Standard to the cheaper Standard-IA storage class — no manual work required.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project achieved, verified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4825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created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204825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96596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files uploaded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82549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Lens dashboard configured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282549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74320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selected (no extra cost)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60273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52044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 created &amp; enabled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349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3602736"/>
            <a:ext cx="457200" cy="457200"/>
          </a:xfrm>
          <a:prstGeom prst="ellipse">
            <a:avLst/>
          </a:prstGeom>
          <a:solidFill>
            <a:srgbClr val="D5EAD8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52044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set to move to Standard-IA after 30 days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AF4E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6817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Project completed successfully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bucket, sample data, monitoring dashboard, and automated lifecycle rule are all live and working together — aging data will move to lower-cost storage without any manual intervention.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 Optimization Project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2E3D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storage optimization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2E3D5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Storage Costs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783080" y="2441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storage class for infrequently accessed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2E3D50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2402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52360" y="2075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 Organization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452360" y="2441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 keeps buckets clean and manageable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2E3D50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39776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83080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Storage Efficiency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783080" y="41788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transitions remove manual clean-up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2E3D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39776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52360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Monitoring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52360" y="41788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Lens keeps usage and trends visible at a glance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126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6126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2026-09-22T02:18:28Z</dcterms:created>
  <dcterms:modified xsi:type="dcterms:W3CDTF">2026-09-22T02:18:28Z</dcterms:modified>
</cp:coreProperties>
</file>